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3" r:id="rId6"/>
    <p:sldId id="264" r:id="rId7"/>
    <p:sldId id="266" r:id="rId8"/>
    <p:sldId id="265" r:id="rId9"/>
    <p:sldId id="268" r:id="rId10"/>
    <p:sldId id="267" r:id="rId11"/>
    <p:sldId id="269" r:id="rId1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50" autoAdjust="0"/>
  </p:normalViewPr>
  <p:slideViewPr>
    <p:cSldViewPr snapToGrid="0">
      <p:cViewPr varScale="1">
        <p:scale>
          <a:sx n="75" d="100"/>
          <a:sy n="75" d="100"/>
        </p:scale>
        <p:origin x="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4AB1F-B2B5-4337-BDFD-4BD106565CBD}" type="datetimeFigureOut">
              <a:rPr lang="ru-KZ" smtClean="0"/>
              <a:t>06.02.2026</a:t>
            </a:fld>
            <a:endParaRPr lang="ru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AE82F-B555-4A58-8CA9-BC36A745477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4750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AE82F-B555-4A58-8CA9-BC36A7454778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6377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4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2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1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4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7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7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4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4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1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4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7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444C9-00D6-2EC5-E254-5E295F25B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en-US" sz="6000"/>
              <a:t>Simple ANN</a:t>
            </a:r>
            <a:endParaRPr lang="ru-KZ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E8972-EB0C-3E51-90C6-0C62DFF70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69641"/>
            <a:ext cx="4307405" cy="1376976"/>
          </a:xfrm>
        </p:spPr>
        <p:txBody>
          <a:bodyPr anchor="b">
            <a:normAutofit/>
          </a:bodyPr>
          <a:lstStyle/>
          <a:p>
            <a:r>
              <a:rPr lang="en-US"/>
              <a:t>Alina, Aliyanur, Tomiris</a:t>
            </a:r>
            <a:endParaRPr lang="ru-KZ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F6501-DD34-92CA-2391-0DAF9CEE0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91" r="3" b="4294"/>
          <a:stretch>
            <a:fillRect/>
          </a:stretch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2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90D7B-EFB3-3A1A-B48F-2CC7EF72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797032" cy="14630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ANN – Artificial Neural Network</a:t>
            </a:r>
            <a:endParaRPr lang="ru-KZ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0A754-784D-3660-552F-456F7E4B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040"/>
            <a:ext cx="10929112" cy="2248047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artificial neuron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is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mathematical model inspired by a biological neuron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that receives multiple input signals, multiplies them by weights, adds a bias, and applies an activation function to produce an output.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B4FF9-B3B5-FA4A-33A2-8BC8C703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86" y="2993373"/>
            <a:ext cx="7992589" cy="335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6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0B0E-2B6C-EAF1-F32E-66B5C42F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Components of an Artificial neuron</a:t>
            </a:r>
            <a:endParaRPr lang="ru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4CAE-9392-72D4-061B-42730092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Inputs</a:t>
            </a:r>
            <a:r>
              <a:rPr lang="en-US" dirty="0"/>
              <a:t>: They are usually represented as features of a dataset which are passed on to a neural network to make predictions.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Weights: </a:t>
            </a:r>
            <a:r>
              <a:rPr lang="en-US" dirty="0"/>
              <a:t>These are the real values associated with the features. They are significant as they tell the importance of each feature which is passed as an input to the ANN.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Bias: </a:t>
            </a:r>
            <a:r>
              <a:rPr lang="en-US" dirty="0"/>
              <a:t>Bias in a neural network is required to shift the activation function across the plane either towards the left or the right. We will cover it in more detail later.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Summation function: </a:t>
            </a:r>
            <a:r>
              <a:rPr lang="en-US" dirty="0"/>
              <a:t>It is defined as the function which sums up the product of the weight and the features with bias.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Activation function: </a:t>
            </a:r>
            <a:r>
              <a:rPr lang="en-US" dirty="0"/>
              <a:t>It is required to add non-linearity to the neural network model.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76730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5A036F-9975-4D7C-8141-77791C714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405AB-F9EB-0014-6489-03A19F0D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888" y="497392"/>
            <a:ext cx="1116624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68D389-D90A-AF54-E5D9-B3C6287B7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98"/>
          <a:stretch>
            <a:fillRect/>
          </a:stretch>
        </p:blipFill>
        <p:spPr>
          <a:xfrm>
            <a:off x="1400605" y="2182590"/>
            <a:ext cx="8293509" cy="40876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DBAA84-DE1B-4487-A717-B307B7B2F838}"/>
              </a:ext>
            </a:extLst>
          </p:cNvPr>
          <p:cNvSpPr txBox="1"/>
          <p:nvPr/>
        </p:nvSpPr>
        <p:spPr>
          <a:xfrm>
            <a:off x="1047135" y="1060271"/>
            <a:ext cx="10097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</a:rPr>
              <a:t>In artificial neural networks, each neuron forms a weighted sum of its inputs and passes the resulting scalar value through a function referred to as an activation function to produce an output.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4618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3949-9AA9-6892-F8D3-BF847BD9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Four main parameters</a:t>
            </a:r>
            <a:endParaRPr lang="ru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675B-3F9E-AB7F-B694-B2B21BD9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798" y="1848354"/>
            <a:ext cx="4403424" cy="4257806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The perceptron model begins with multiplying all input values (</a:t>
            </a:r>
            <a:r>
              <a:rPr lang="en-US" dirty="0" err="1">
                <a:solidFill>
                  <a:srgbClr val="000000"/>
                </a:solidFill>
              </a:rPr>
              <a:t>Xs</a:t>
            </a:r>
            <a:r>
              <a:rPr lang="en-US" dirty="0">
                <a:solidFill>
                  <a:srgbClr val="000000"/>
                </a:solidFill>
              </a:rPr>
              <a:t>) and their weights (</a:t>
            </a:r>
            <a:r>
              <a:rPr lang="en-US" dirty="0" err="1">
                <a:solidFill>
                  <a:srgbClr val="000000"/>
                </a:solidFill>
              </a:rPr>
              <a:t>Ws</a:t>
            </a:r>
            <a:r>
              <a:rPr lang="en-US" dirty="0">
                <a:solidFill>
                  <a:srgbClr val="000000"/>
                </a:solidFill>
              </a:rPr>
              <a:t>).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Add these values to create the weighted sum.</a:t>
            </a:r>
          </a:p>
          <a:p>
            <a:pPr marL="342900" indent="-342900" algn="just">
              <a:buAutoNum type="arabicPeriod"/>
            </a:pPr>
            <a:r>
              <a:rPr lang="en-US" dirty="0"/>
              <a:t>Add a bias value (W0) to this weighted sum to improve the model’s performance.</a:t>
            </a:r>
          </a:p>
          <a:p>
            <a:pPr marL="342900" indent="-342900" algn="just">
              <a:buAutoNum type="arabicPeriod"/>
            </a:pPr>
            <a:r>
              <a:rPr lang="en-US" dirty="0"/>
              <a:t>This weighted sum is applied to the activation function ‘f()’ to obtain the desired output.</a:t>
            </a:r>
          </a:p>
          <a:p>
            <a:pPr marL="0" indent="0" algn="just">
              <a:buNone/>
            </a:pPr>
            <a:endParaRPr lang="ru-K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0D7A7-D222-A2CB-2A60-5E1A89E8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1848354"/>
            <a:ext cx="6017768" cy="394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1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AD7-1A54-D71B-7406-3F327DAC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Math model</a:t>
            </a:r>
            <a:endParaRPr lang="ru-KZ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A8A9B87-640F-9755-995E-D5EE82F7C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498" t="20830" r="22541"/>
          <a:stretch>
            <a:fillRect/>
          </a:stretch>
        </p:blipFill>
        <p:spPr>
          <a:xfrm>
            <a:off x="809439" y="2041451"/>
            <a:ext cx="7024467" cy="383814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DBF479-266A-2FBA-7C54-CB935E8927E1}"/>
              </a:ext>
            </a:extLst>
          </p:cNvPr>
          <p:cNvSpPr/>
          <p:nvPr/>
        </p:nvSpPr>
        <p:spPr>
          <a:xfrm>
            <a:off x="7985760" y="2976880"/>
            <a:ext cx="3303999" cy="1320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4E7942-B1F6-39E0-6174-D7CBD4E7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1" r="4961"/>
          <a:stretch>
            <a:fillRect/>
          </a:stretch>
        </p:blipFill>
        <p:spPr>
          <a:xfrm>
            <a:off x="8166707" y="3237400"/>
            <a:ext cx="2942103" cy="7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2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4E93-1F03-D0B6-7412-26F7E7A7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weight for XOR gate </a:t>
            </a:r>
            <a:endParaRPr lang="ru-KZ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3EF674-6C85-11FD-5018-E5448125E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6550"/>
          <a:stretch>
            <a:fillRect/>
          </a:stretch>
        </p:blipFill>
        <p:spPr>
          <a:xfrm>
            <a:off x="515112" y="1950720"/>
            <a:ext cx="3020568" cy="3735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8812AB-BFAB-424C-CF8F-4D491D9DD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41" t="15160" b="20849"/>
          <a:stretch>
            <a:fillRect/>
          </a:stretch>
        </p:blipFill>
        <p:spPr>
          <a:xfrm>
            <a:off x="3781746" y="2192528"/>
            <a:ext cx="2896590" cy="713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6E6D74-09C4-5713-28D9-4BC776A0AC4D}"/>
              </a:ext>
            </a:extLst>
          </p:cNvPr>
          <p:cNvSpPr txBox="1"/>
          <p:nvPr/>
        </p:nvSpPr>
        <p:spPr>
          <a:xfrm>
            <a:off x="3781746" y="3180383"/>
            <a:ext cx="2377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Formulas:</a:t>
            </a:r>
          </a:p>
          <a:p>
            <a:endParaRPr lang="ru-KZ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4DEF63-B125-2721-08A9-B98CA0013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146" y="3631331"/>
            <a:ext cx="1895740" cy="3334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1F2588-D58B-18EB-43EC-E1C6ED35C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725" y="3977490"/>
            <a:ext cx="1867161" cy="4382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891101-31C9-EFAE-6DA4-B1DDDC2AE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911" y="4415701"/>
            <a:ext cx="2753109" cy="15527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558069-F1C2-2F02-9999-F5C7402D049F}"/>
              </a:ext>
            </a:extLst>
          </p:cNvPr>
          <p:cNvSpPr txBox="1"/>
          <p:nvPr/>
        </p:nvSpPr>
        <p:spPr>
          <a:xfrm>
            <a:off x="6924402" y="1932016"/>
            <a:ext cx="4355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perceptron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doesn’t work here</a:t>
            </a:r>
            <a:r>
              <a:rPr lang="en-US" dirty="0"/>
              <a:t>, need 2 layers to find a weights.</a:t>
            </a:r>
          </a:p>
          <a:p>
            <a:endParaRPr lang="en-US" dirty="0"/>
          </a:p>
          <a:p>
            <a:r>
              <a:rPr lang="en-US" dirty="0"/>
              <a:t>Error occurs when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 = 1, B = 1.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06126D-9F5E-A8B2-72E2-963B6FB7B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7020" y="3594620"/>
            <a:ext cx="5749637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8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946E-A2C3-7D5D-E7CB-0E126E09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207080-8F94-0A85-88F3-7DF950846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872" y="871220"/>
            <a:ext cx="7430008" cy="5591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E8FD6-09C3-B695-504B-F0EE4BEB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66" y="1756083"/>
            <a:ext cx="5504326" cy="382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B57FD3-E1CD-3E0D-3CD3-AF86D9CDB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204" y="1756083"/>
            <a:ext cx="2514951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2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E954-DA63-2FD6-4A7A-56A40B2B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F37956-B8D9-0C5C-434F-536B84D53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606" r="9506"/>
          <a:stretch>
            <a:fillRect/>
          </a:stretch>
        </p:blipFill>
        <p:spPr>
          <a:xfrm>
            <a:off x="495955" y="1384808"/>
            <a:ext cx="5358531" cy="2514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8F783-A503-E8C8-923A-3B7DFBCAD1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6" r="7239"/>
          <a:stretch>
            <a:fillRect/>
          </a:stretch>
        </p:blipFill>
        <p:spPr>
          <a:xfrm>
            <a:off x="5954924" y="1384808"/>
            <a:ext cx="5358531" cy="25149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C74158-03A0-4B54-BF76-3F84AB6276EE}"/>
              </a:ext>
            </a:extLst>
          </p:cNvPr>
          <p:cNvCxnSpPr/>
          <p:nvPr/>
        </p:nvCxnSpPr>
        <p:spPr>
          <a:xfrm>
            <a:off x="5866972" y="1190087"/>
            <a:ext cx="0" cy="303784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FAB3AD2-0F1C-2F6D-0A0E-E428FD074D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730" r="50804"/>
          <a:stretch>
            <a:fillRect/>
          </a:stretch>
        </p:blipFill>
        <p:spPr>
          <a:xfrm>
            <a:off x="6804527" y="4146647"/>
            <a:ext cx="3322793" cy="2112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85B83F-11AE-5483-965D-C9DD34814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50" y="5363070"/>
            <a:ext cx="2448267" cy="3048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49E2F5C-596F-35AC-5375-23774CD49006}"/>
              </a:ext>
            </a:extLst>
          </p:cNvPr>
          <p:cNvSpPr/>
          <p:nvPr/>
        </p:nvSpPr>
        <p:spPr>
          <a:xfrm>
            <a:off x="4033520" y="5202955"/>
            <a:ext cx="2305372" cy="676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A7404A-3026-380D-B7B5-36308D6857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051" b="4160"/>
          <a:stretch>
            <a:fillRect/>
          </a:stretch>
        </p:blipFill>
        <p:spPr>
          <a:xfrm>
            <a:off x="4105588" y="5403141"/>
            <a:ext cx="2142812" cy="2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6DEB-A6FD-959C-B5A8-D8659C72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neuron XOR</a:t>
            </a:r>
            <a:endParaRPr lang="ru-K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FD83F-2312-6965-C5DC-72DA0EC5D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439"/>
          <a:stretch>
            <a:fillRect/>
          </a:stretch>
        </p:blipFill>
        <p:spPr>
          <a:xfrm>
            <a:off x="895374" y="2326640"/>
            <a:ext cx="10401251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2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16C86-92F3-4A09-CB31-925F2CE7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THANKS!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09BF3395-6690-0B1C-BB5E-D3A5C099E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0272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321</Words>
  <Application>Microsoft Office PowerPoint</Application>
  <PresentationFormat>Widescreen</PresentationFormat>
  <Paragraphs>25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Simple ANN</vt:lpstr>
      <vt:lpstr>ANN – Artificial Neural Network</vt:lpstr>
      <vt:lpstr>Components of an Artificial neuron</vt:lpstr>
      <vt:lpstr>PowerPoint Presentation</vt:lpstr>
      <vt:lpstr>Four main parameters</vt:lpstr>
      <vt:lpstr>Math model</vt:lpstr>
      <vt:lpstr>Calculating weight for XOR gate </vt:lpstr>
      <vt:lpstr>PowerPoint Presentation</vt:lpstr>
      <vt:lpstr>PowerPoint Presentation</vt:lpstr>
      <vt:lpstr>Output neuron XOR</vt:lpstr>
      <vt:lpstr>THANKS!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Ospan</dc:creator>
  <cp:lastModifiedBy>Alina Ospan</cp:lastModifiedBy>
  <cp:revision>8</cp:revision>
  <dcterms:created xsi:type="dcterms:W3CDTF">2026-02-06T07:56:58Z</dcterms:created>
  <dcterms:modified xsi:type="dcterms:W3CDTF">2026-02-06T10:22:21Z</dcterms:modified>
</cp:coreProperties>
</file>